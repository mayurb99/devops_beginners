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28d3be1f-714f-9e67-0e5f-50718cc88aa9}">
          <p14:sldIdLst>
            <p14:sldId id="256"/>
            <p14:sldId id="257"/>
            <p14:sldId id="258"/>
          </p14:sldIdLst>
        </p14:section>
        <p14:section name="The path" id="{69cf7088-c732-3dad-01ec-3c8958e5324e}">
          <p14:sldIdLst>
            <p14:sldId id="259"/>
            <p14:sldId id="260"/>
            <p14:sldId id="261"/>
            <p14:sldId id="262"/>
            <p14:sldId id="263"/>
          </p14:sldIdLst>
        </p14:section>
        <p14:section name="Networks in the cloud" id="{b6cf06a8-3fd0-d80e-d60a-0de60ba81a81}">
          <p14:sldIdLst>
            <p14:sldId id="264"/>
            <p14:sldId id="265"/>
            <p14:sldId id="266"/>
            <p14:sldId id="267"/>
          </p14:sldIdLst>
        </p14:section>
        <p14:section name="Failures" id="{f925ccba-2fb6-067c-4a2d-9e25f6310c80}">
          <p14:sldIdLst>
            <p14:sldId id="268"/>
            <p14:sldId id="269"/>
          </p14:sldIdLst>
        </p14:section>
        <p14:section name="Lab" id="{45401f3f-27f8-8635-a811-4a86e82698cb}">
          <p14:sldIdLst>
            <p14:sldId id="270"/>
            <p14:sldId id="271"/>
          </p14:sldIdLst>
        </p14:section>
        <p14:section name="Interview and close" id="{7d57dec6-1017-946e-edd9-4ae3401005a1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Title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105156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Subtitle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Section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Section note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Title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LECTURE 03  ·  75 MINUTES  ·  READ THIS DECK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Networking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2918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Module 1: Foundations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You will explain why a request failed. You will not create AWS resources today.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we will and will not 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3  ·  Scope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ECFD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0700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You will learn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17904"/>
            <a:ext cx="5166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The path: DNS → IP → TCP port → TLS → HTTP.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What a port is.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Public IP vs private IP.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Refused vs timeout vs 403.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Why this course uses a public subnet (NAT costs money).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2070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Not today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517904"/>
            <a:ext cx="5074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AWS console (except as a picture).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VPC, EC2, NAT Gateway, load balancer.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Docker, Kubernetes, Terraform.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Spending money.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75 minutes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3  ·  Timing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17396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678484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picture from URL to HTTP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10–40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DNS, IP, port, TLS, SG, LB, public vs private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40–65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-v: working, refused, timeout, 403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65–75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Spoken answers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 URL is a journey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If you can name the step that failed, you can debug.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Five steps, always in this order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3  ·  Path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73968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513892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IP is this name?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example.com → 93.184.216.34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computer?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127.0.0.1 is this laptop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TCP + 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door?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 for HTTPS, 8080 for notes-api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pipe encrypted?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the URL is https://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HTTP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Method, path, status?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/health → 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Lecture 2 started at step 5. Today we look at 1–4. 404 means step 5 worked. Connection refused means you never got to step 5.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DNS turns a name into an IP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3  ·  DNS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Humans type names. Computers connect to numbers. DNS is the phone book.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12140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Name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32304"/>
            <a:ext cx="5166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example.com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curl looks this up first.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If DNS fails, nothing else runs.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127.0.0.1 skips DNS: it already is an IP.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ECFD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21214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Number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432304"/>
            <a:ext cx="5074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An IPv4 address looks like 192.0.2.1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One machine can have more than one IP.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AWS later: public IP and private IP on the same EC2.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port is a door on that IP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3  ·  Ports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7396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029200"/>
                <a:gridCol w="41330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 job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use it?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SSH, log into a Linux box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4, locked to My IP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now; often redirects to 443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internet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class notes-api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today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Two programs on one computer cannot both own the same port. If notes-api is on 8080, curl to 9 is a different door.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TCP connects. TLS encrypts.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3  ·  TCP and TLS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0700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TCP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17904"/>
            <a:ext cx="5166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 handshake: can I talk to that IP and port?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Success: Connected to ...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Refused: that door is closed.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Timeout: silence (often a firewall drop).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ECFD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2070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TLS (HTTPS)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517904"/>
            <a:ext cx="5074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Only after TCP works.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It encrypts HTTP so people on the network cannot read the JSON or the API key.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Lecture 2: HTTPS is the same GET/POST, safer pipe.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Public, private, and the AWS picture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We draw it today. We click it in lecture 4.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Public IP vs private IP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3  ·  Addresses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17396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114800"/>
                <a:gridCol w="41330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can route to it?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internet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local network / VPC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public IPv4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10.x, 172.16–31.x, 192.168.x, 127.0.0.1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course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micro EC2 gets a public 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EC2 also has a private IP inside the VPC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6692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127.0.0.1 is the most private of all: this process on this laptop.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Firewall, security group, proxy, load balancer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3  ·  Boxes in the middle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7396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333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in one sentence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/ security group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or deny a port. AWS security group is this, on the instance.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proxy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Sits in front of an app and forwards (nginx often does this).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balancer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public door, many servers behind it. ALB costs money. We skip it.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 Gateway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Lets private subnets reach the internet. Billed. We do not create it.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Why this course uses a public subnet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3  ·  Cost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A private subnet cannot reach the internet by itself. AWS’s usual extra box is a NAT Gateway. NAT is billed even when your app is idle.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11155680" cy="3703320"/>
          </a:xfrm>
          <a:prstGeom prst="roundRect">
            <a:avLst>
              <a:gd name="adj" fmla="val 1975"/>
            </a:avLst>
          </a:prstGeom>
          <a:solidFill>
            <a:srgbClr val="FEF3C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3957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Free Tier picture (draw this)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06624"/>
            <a:ext cx="107899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Internet → Internet Gateway → public subnet → one t3.micro with a public IP.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Security group: SSH from My IP only. No 0.0.0.0/0 on port 22.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That is enough to practise. We lock the door instead of hiding the house behind NAT.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Name the failure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This is the whole skill for today.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Refused vs timeout vs 403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3  ·  Failures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73968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011680"/>
                <a:gridCol w="3383280"/>
                <a:gridCol w="331012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HTTP start?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cause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refused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listening on that 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:9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Timed 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/ filter / dead 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192.0.2.1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understood you, said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httpbin.org/status/403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2 /does-not-exist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or wrong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2 /notes/secret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6692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Never treat refused as 404. 404 means you had a conversation. Refused means nobody picked up.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Lab: curl -v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File: lec-03/codebase/networking-lab-instructions.txt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you type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3  ·  Lab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73968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029200"/>
                <a:gridCol w="395020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idea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 see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local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-v http://127.0.0.1:8080/health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Connected, HTTP 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 + TLS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-v https://example.com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Resolve, :443, SSL, 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-v http://127.0.0.1:9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refused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-v --max-time 5 http://192.0.2.1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Timed 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-i https://httpbin.org/status/403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403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Interview lines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Say these in your own words.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Short spoken answers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3  ·  Interview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24128"/>
          <a:ext cx="11173968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8212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this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of a URL?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DNS, IP, TCP port, TLS if HTTPS, then HTTP.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a port?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numbered door on an IP. 443 is HTTPS. 22 is SSH.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 vs timeout vs 403?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 = closed door. Timeout = silence. 403 = HTTP said no.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public subnet here?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 Gateway is billed. One public IP + a tight security group.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Before Lecture 4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3  ·  Homework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4937760"/>
          </a:xfrm>
          <a:prstGeom prst="roundRect">
            <a:avLst>
              <a:gd name="adj" fmla="val 1481"/>
            </a:avLst>
          </a:prstGeom>
          <a:solidFill>
            <a:srgbClr val="ECFD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0700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Write five lines from the lab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17904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Working local, example.com, refused, timeout, 403 — one sentence each.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Lecture 4 is AWS: billing alarm first, then one micro EC2 in a public subnet, then STOP it.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Bring an AWS account. Do not create a NAT Gateway even if a wizard offers 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END OF LECTURE 3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Name the step that failed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2918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DNS, port, firewall, or HTTP.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That is networking for a DevOps beginner.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s Teal">
  <a:themeElements>
    <a:clrScheme name="Ops Teal">
      <a:dk1>
        <a:srgbClr val="0F172A"/>
      </a:dk1>
      <a:lt1>
        <a:srgbClr val="F8FAFC"/>
      </a:lt1>
      <a:dk2>
        <a:srgbClr val="334155"/>
      </a:dk2>
      <a:lt2>
        <a:srgbClr val="E2E8F0"/>
      </a:lt2>
      <a:accent1>
        <a:srgbClr val="0F766E"/>
      </a:accent1>
      <a:accent2>
        <a:srgbClr val="B45309"/>
      </a:accent2>
      <a:accent3>
        <a:srgbClr val="155E75"/>
      </a:accent3>
      <a:accent4>
        <a:srgbClr val="64748B"/>
      </a:accent4>
      <a:accent5>
        <a:srgbClr val="0D9488"/>
      </a:accent5>
      <a:accent6>
        <a:srgbClr val="1E293B"/>
      </a:accent6>
      <a:hlink>
        <a:srgbClr val="0F766E"/>
      </a:hlink>
      <a:folHlink>
        <a:srgbClr val="115E59"/>
      </a:folHlink>
    </a:clrScheme>
    <a:fontScheme name="Ops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3: Networking</dc:title>
  <dc:subject>Student-readable lecture. DNS, TCP, TLS, ports, why a request fails.</dc:subject>
  <dc:creator>DevOps Foundation Course</dc:creator>
  <cp:lastModifiedBy>DevOps Foundation Course</cp:lastModifiedBy>
  <cp:revision>1</cp:revision>
  <dcterms:created xsi:type="dcterms:W3CDTF">2026-10-29T21:31:02Z</dcterms:created>
  <dcterms:modified xsi:type="dcterms:W3CDTF">2026-10-29T21:31:02Z</dcterms:modified>
</cp:coreProperties>
</file>